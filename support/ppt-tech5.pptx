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_context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_problema_negoci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_evoluca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_multidimensionalida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5_alert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6_modelage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7_resultad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8_extr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